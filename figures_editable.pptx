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1. Planned participant flow and assessment schedule</a:t>
            </a:r>
          </a:p>
        </p:txBody>
      </p:sp>
      <p:pic>
        <p:nvPicPr>
          <p:cNvPr id="3" name="Picture 2" descr="Figure_1_tria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777240"/>
            <a:ext cx="9811512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06440"/>
            <a:ext cx="111831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Planned flow for the IF-U-PLEASE II trial. Counts are design targets and do not represent enrolment. CPB, cardiopulmonary bypass; FPA, flurbiprofen axetil; MAP, mean arterial pressure; POD, postoperative 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2. Prospective haemodynamic measurement timeline</a:t>
            </a:r>
          </a:p>
        </p:txBody>
      </p:sp>
      <p:pic>
        <p:nvPicPr>
          <p:cNvPr id="3" name="Picture 2" descr="Figure_2_hemodynamic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777240"/>
            <a:ext cx="9811512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06440"/>
            <a:ext cx="111831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Study-drug administration, stabilised baseline, protamine time zero, and the 30-minute primary endpoint window. FPA, flurbiprofen axetil; MAP, mean arterial pressure.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